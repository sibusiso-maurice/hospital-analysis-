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Ex1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dirty="0"/>
              <a:t>Age vs Readmission and 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TOTAL_PATIENTS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Sheet1!$A$2:$A$73</c:f>
              <c:numCache>
                <c:formatCode>General</c:formatCode>
                <c:ptCount val="72"/>
                <c:pt idx="0">
                  <c:v>18</c:v>
                </c:pt>
                <c:pt idx="1">
                  <c:v>19</c:v>
                </c:pt>
                <c:pt idx="2">
                  <c:v>20</c:v>
                </c:pt>
                <c:pt idx="3">
                  <c:v>21</c:v>
                </c:pt>
                <c:pt idx="4">
                  <c:v>22</c:v>
                </c:pt>
                <c:pt idx="5">
                  <c:v>23</c:v>
                </c:pt>
                <c:pt idx="6">
                  <c:v>24</c:v>
                </c:pt>
                <c:pt idx="7">
                  <c:v>25</c:v>
                </c:pt>
                <c:pt idx="8">
                  <c:v>26</c:v>
                </c:pt>
                <c:pt idx="9">
                  <c:v>27</c:v>
                </c:pt>
                <c:pt idx="10">
                  <c:v>28</c:v>
                </c:pt>
                <c:pt idx="11">
                  <c:v>29</c:v>
                </c:pt>
                <c:pt idx="12">
                  <c:v>30</c:v>
                </c:pt>
                <c:pt idx="13">
                  <c:v>31</c:v>
                </c:pt>
                <c:pt idx="14">
                  <c:v>32</c:v>
                </c:pt>
                <c:pt idx="15">
                  <c:v>33</c:v>
                </c:pt>
                <c:pt idx="16">
                  <c:v>34</c:v>
                </c:pt>
                <c:pt idx="17">
                  <c:v>35</c:v>
                </c:pt>
                <c:pt idx="18">
                  <c:v>36</c:v>
                </c:pt>
                <c:pt idx="19">
                  <c:v>37</c:v>
                </c:pt>
                <c:pt idx="20">
                  <c:v>38</c:v>
                </c:pt>
                <c:pt idx="21">
                  <c:v>39</c:v>
                </c:pt>
                <c:pt idx="22">
                  <c:v>40</c:v>
                </c:pt>
                <c:pt idx="23">
                  <c:v>41</c:v>
                </c:pt>
                <c:pt idx="24">
                  <c:v>42</c:v>
                </c:pt>
                <c:pt idx="25">
                  <c:v>43</c:v>
                </c:pt>
                <c:pt idx="26">
                  <c:v>44</c:v>
                </c:pt>
                <c:pt idx="27">
                  <c:v>45</c:v>
                </c:pt>
                <c:pt idx="28">
                  <c:v>46</c:v>
                </c:pt>
                <c:pt idx="29">
                  <c:v>47</c:v>
                </c:pt>
                <c:pt idx="30">
                  <c:v>48</c:v>
                </c:pt>
                <c:pt idx="31">
                  <c:v>49</c:v>
                </c:pt>
                <c:pt idx="32">
                  <c:v>50</c:v>
                </c:pt>
                <c:pt idx="33">
                  <c:v>51</c:v>
                </c:pt>
                <c:pt idx="34">
                  <c:v>52</c:v>
                </c:pt>
                <c:pt idx="35">
                  <c:v>53</c:v>
                </c:pt>
                <c:pt idx="36">
                  <c:v>54</c:v>
                </c:pt>
                <c:pt idx="37">
                  <c:v>55</c:v>
                </c:pt>
                <c:pt idx="38">
                  <c:v>56</c:v>
                </c:pt>
                <c:pt idx="39">
                  <c:v>57</c:v>
                </c:pt>
                <c:pt idx="40">
                  <c:v>58</c:v>
                </c:pt>
                <c:pt idx="41">
                  <c:v>59</c:v>
                </c:pt>
                <c:pt idx="42">
                  <c:v>60</c:v>
                </c:pt>
                <c:pt idx="43">
                  <c:v>61</c:v>
                </c:pt>
                <c:pt idx="44">
                  <c:v>62</c:v>
                </c:pt>
                <c:pt idx="45">
                  <c:v>63</c:v>
                </c:pt>
                <c:pt idx="46">
                  <c:v>64</c:v>
                </c:pt>
                <c:pt idx="47">
                  <c:v>65</c:v>
                </c:pt>
                <c:pt idx="48">
                  <c:v>66</c:v>
                </c:pt>
                <c:pt idx="49">
                  <c:v>67</c:v>
                </c:pt>
                <c:pt idx="50">
                  <c:v>68</c:v>
                </c:pt>
                <c:pt idx="51">
                  <c:v>69</c:v>
                </c:pt>
                <c:pt idx="52">
                  <c:v>70</c:v>
                </c:pt>
                <c:pt idx="53">
                  <c:v>71</c:v>
                </c:pt>
                <c:pt idx="54">
                  <c:v>72</c:v>
                </c:pt>
                <c:pt idx="55">
                  <c:v>73</c:v>
                </c:pt>
                <c:pt idx="56">
                  <c:v>74</c:v>
                </c:pt>
                <c:pt idx="57">
                  <c:v>75</c:v>
                </c:pt>
                <c:pt idx="58">
                  <c:v>76</c:v>
                </c:pt>
                <c:pt idx="59">
                  <c:v>77</c:v>
                </c:pt>
                <c:pt idx="60">
                  <c:v>78</c:v>
                </c:pt>
                <c:pt idx="61">
                  <c:v>79</c:v>
                </c:pt>
                <c:pt idx="62">
                  <c:v>80</c:v>
                </c:pt>
                <c:pt idx="63">
                  <c:v>81</c:v>
                </c:pt>
                <c:pt idx="64">
                  <c:v>82</c:v>
                </c:pt>
                <c:pt idx="65">
                  <c:v>83</c:v>
                </c:pt>
                <c:pt idx="66">
                  <c:v>84</c:v>
                </c:pt>
                <c:pt idx="67">
                  <c:v>85</c:v>
                </c:pt>
                <c:pt idx="68">
                  <c:v>86</c:v>
                </c:pt>
                <c:pt idx="69">
                  <c:v>87</c:v>
                </c:pt>
                <c:pt idx="70">
                  <c:v>88</c:v>
                </c:pt>
                <c:pt idx="71">
                  <c:v>89</c:v>
                </c:pt>
              </c:numCache>
            </c:numRef>
          </c:cat>
          <c:val>
            <c:numRef>
              <c:f>Sheet1!$B$2:$B$73</c:f>
              <c:numCache>
                <c:formatCode>General</c:formatCode>
                <c:ptCount val="72"/>
                <c:pt idx="0">
                  <c:v>51</c:v>
                </c:pt>
                <c:pt idx="1">
                  <c:v>43</c:v>
                </c:pt>
                <c:pt idx="2">
                  <c:v>44</c:v>
                </c:pt>
                <c:pt idx="3">
                  <c:v>42</c:v>
                </c:pt>
                <c:pt idx="4">
                  <c:v>34</c:v>
                </c:pt>
                <c:pt idx="5">
                  <c:v>36</c:v>
                </c:pt>
                <c:pt idx="6">
                  <c:v>29</c:v>
                </c:pt>
                <c:pt idx="7">
                  <c:v>42</c:v>
                </c:pt>
                <c:pt idx="8">
                  <c:v>45</c:v>
                </c:pt>
                <c:pt idx="9">
                  <c:v>47</c:v>
                </c:pt>
                <c:pt idx="10">
                  <c:v>36</c:v>
                </c:pt>
                <c:pt idx="11">
                  <c:v>44</c:v>
                </c:pt>
                <c:pt idx="12">
                  <c:v>44</c:v>
                </c:pt>
                <c:pt idx="13">
                  <c:v>42</c:v>
                </c:pt>
                <c:pt idx="14">
                  <c:v>46</c:v>
                </c:pt>
                <c:pt idx="15">
                  <c:v>44</c:v>
                </c:pt>
                <c:pt idx="16">
                  <c:v>52</c:v>
                </c:pt>
                <c:pt idx="17">
                  <c:v>36</c:v>
                </c:pt>
                <c:pt idx="18">
                  <c:v>51</c:v>
                </c:pt>
                <c:pt idx="19">
                  <c:v>37</c:v>
                </c:pt>
                <c:pt idx="20">
                  <c:v>41</c:v>
                </c:pt>
                <c:pt idx="21">
                  <c:v>36</c:v>
                </c:pt>
                <c:pt idx="22">
                  <c:v>49</c:v>
                </c:pt>
                <c:pt idx="23">
                  <c:v>49</c:v>
                </c:pt>
                <c:pt idx="24">
                  <c:v>42</c:v>
                </c:pt>
                <c:pt idx="25">
                  <c:v>42</c:v>
                </c:pt>
                <c:pt idx="26">
                  <c:v>37</c:v>
                </c:pt>
                <c:pt idx="27">
                  <c:v>39</c:v>
                </c:pt>
                <c:pt idx="28">
                  <c:v>38</c:v>
                </c:pt>
                <c:pt idx="29">
                  <c:v>40</c:v>
                </c:pt>
                <c:pt idx="30">
                  <c:v>42</c:v>
                </c:pt>
                <c:pt idx="31">
                  <c:v>41</c:v>
                </c:pt>
                <c:pt idx="32">
                  <c:v>69</c:v>
                </c:pt>
                <c:pt idx="33">
                  <c:v>32</c:v>
                </c:pt>
                <c:pt idx="34">
                  <c:v>36</c:v>
                </c:pt>
                <c:pt idx="35">
                  <c:v>45</c:v>
                </c:pt>
                <c:pt idx="36">
                  <c:v>43</c:v>
                </c:pt>
                <c:pt idx="37">
                  <c:v>44</c:v>
                </c:pt>
                <c:pt idx="38">
                  <c:v>43</c:v>
                </c:pt>
                <c:pt idx="39">
                  <c:v>32</c:v>
                </c:pt>
                <c:pt idx="40">
                  <c:v>31</c:v>
                </c:pt>
                <c:pt idx="41">
                  <c:v>37</c:v>
                </c:pt>
                <c:pt idx="42">
                  <c:v>42</c:v>
                </c:pt>
                <c:pt idx="43">
                  <c:v>38</c:v>
                </c:pt>
                <c:pt idx="44">
                  <c:v>26</c:v>
                </c:pt>
                <c:pt idx="45">
                  <c:v>36</c:v>
                </c:pt>
                <c:pt idx="46">
                  <c:v>49</c:v>
                </c:pt>
                <c:pt idx="47">
                  <c:v>41</c:v>
                </c:pt>
                <c:pt idx="48">
                  <c:v>41</c:v>
                </c:pt>
                <c:pt idx="49">
                  <c:v>41</c:v>
                </c:pt>
                <c:pt idx="50">
                  <c:v>42</c:v>
                </c:pt>
                <c:pt idx="51">
                  <c:v>41</c:v>
                </c:pt>
                <c:pt idx="52">
                  <c:v>38</c:v>
                </c:pt>
                <c:pt idx="53">
                  <c:v>47</c:v>
                </c:pt>
                <c:pt idx="54">
                  <c:v>37</c:v>
                </c:pt>
                <c:pt idx="55">
                  <c:v>41</c:v>
                </c:pt>
                <c:pt idx="56">
                  <c:v>42</c:v>
                </c:pt>
                <c:pt idx="57">
                  <c:v>47</c:v>
                </c:pt>
                <c:pt idx="58">
                  <c:v>41</c:v>
                </c:pt>
                <c:pt idx="59">
                  <c:v>46</c:v>
                </c:pt>
                <c:pt idx="60">
                  <c:v>49</c:v>
                </c:pt>
                <c:pt idx="61">
                  <c:v>51</c:v>
                </c:pt>
                <c:pt idx="62">
                  <c:v>41</c:v>
                </c:pt>
                <c:pt idx="63">
                  <c:v>39</c:v>
                </c:pt>
                <c:pt idx="64">
                  <c:v>43</c:v>
                </c:pt>
                <c:pt idx="65">
                  <c:v>41</c:v>
                </c:pt>
                <c:pt idx="66">
                  <c:v>37</c:v>
                </c:pt>
                <c:pt idx="67">
                  <c:v>38</c:v>
                </c:pt>
                <c:pt idx="68">
                  <c:v>44</c:v>
                </c:pt>
                <c:pt idx="69">
                  <c:v>44</c:v>
                </c:pt>
                <c:pt idx="70">
                  <c:v>40</c:v>
                </c:pt>
                <c:pt idx="71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63-4AFC-BACE-B5B50D4586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READMISSIONS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Sheet1!$A$2:$A$73</c:f>
              <c:numCache>
                <c:formatCode>General</c:formatCode>
                <c:ptCount val="72"/>
                <c:pt idx="0">
                  <c:v>18</c:v>
                </c:pt>
                <c:pt idx="1">
                  <c:v>19</c:v>
                </c:pt>
                <c:pt idx="2">
                  <c:v>20</c:v>
                </c:pt>
                <c:pt idx="3">
                  <c:v>21</c:v>
                </c:pt>
                <c:pt idx="4">
                  <c:v>22</c:v>
                </c:pt>
                <c:pt idx="5">
                  <c:v>23</c:v>
                </c:pt>
                <c:pt idx="6">
                  <c:v>24</c:v>
                </c:pt>
                <c:pt idx="7">
                  <c:v>25</c:v>
                </c:pt>
                <c:pt idx="8">
                  <c:v>26</c:v>
                </c:pt>
                <c:pt idx="9">
                  <c:v>27</c:v>
                </c:pt>
                <c:pt idx="10">
                  <c:v>28</c:v>
                </c:pt>
                <c:pt idx="11">
                  <c:v>29</c:v>
                </c:pt>
                <c:pt idx="12">
                  <c:v>30</c:v>
                </c:pt>
                <c:pt idx="13">
                  <c:v>31</c:v>
                </c:pt>
                <c:pt idx="14">
                  <c:v>32</c:v>
                </c:pt>
                <c:pt idx="15">
                  <c:v>33</c:v>
                </c:pt>
                <c:pt idx="16">
                  <c:v>34</c:v>
                </c:pt>
                <c:pt idx="17">
                  <c:v>35</c:v>
                </c:pt>
                <c:pt idx="18">
                  <c:v>36</c:v>
                </c:pt>
                <c:pt idx="19">
                  <c:v>37</c:v>
                </c:pt>
                <c:pt idx="20">
                  <c:v>38</c:v>
                </c:pt>
                <c:pt idx="21">
                  <c:v>39</c:v>
                </c:pt>
                <c:pt idx="22">
                  <c:v>40</c:v>
                </c:pt>
                <c:pt idx="23">
                  <c:v>41</c:v>
                </c:pt>
                <c:pt idx="24">
                  <c:v>42</c:v>
                </c:pt>
                <c:pt idx="25">
                  <c:v>43</c:v>
                </c:pt>
                <c:pt idx="26">
                  <c:v>44</c:v>
                </c:pt>
                <c:pt idx="27">
                  <c:v>45</c:v>
                </c:pt>
                <c:pt idx="28">
                  <c:v>46</c:v>
                </c:pt>
                <c:pt idx="29">
                  <c:v>47</c:v>
                </c:pt>
                <c:pt idx="30">
                  <c:v>48</c:v>
                </c:pt>
                <c:pt idx="31">
                  <c:v>49</c:v>
                </c:pt>
                <c:pt idx="32">
                  <c:v>50</c:v>
                </c:pt>
                <c:pt idx="33">
                  <c:v>51</c:v>
                </c:pt>
                <c:pt idx="34">
                  <c:v>52</c:v>
                </c:pt>
                <c:pt idx="35">
                  <c:v>53</c:v>
                </c:pt>
                <c:pt idx="36">
                  <c:v>54</c:v>
                </c:pt>
                <c:pt idx="37">
                  <c:v>55</c:v>
                </c:pt>
                <c:pt idx="38">
                  <c:v>56</c:v>
                </c:pt>
                <c:pt idx="39">
                  <c:v>57</c:v>
                </c:pt>
                <c:pt idx="40">
                  <c:v>58</c:v>
                </c:pt>
                <c:pt idx="41">
                  <c:v>59</c:v>
                </c:pt>
                <c:pt idx="42">
                  <c:v>60</c:v>
                </c:pt>
                <c:pt idx="43">
                  <c:v>61</c:v>
                </c:pt>
                <c:pt idx="44">
                  <c:v>62</c:v>
                </c:pt>
                <c:pt idx="45">
                  <c:v>63</c:v>
                </c:pt>
                <c:pt idx="46">
                  <c:v>64</c:v>
                </c:pt>
                <c:pt idx="47">
                  <c:v>65</c:v>
                </c:pt>
                <c:pt idx="48">
                  <c:v>66</c:v>
                </c:pt>
                <c:pt idx="49">
                  <c:v>67</c:v>
                </c:pt>
                <c:pt idx="50">
                  <c:v>68</c:v>
                </c:pt>
                <c:pt idx="51">
                  <c:v>69</c:v>
                </c:pt>
                <c:pt idx="52">
                  <c:v>70</c:v>
                </c:pt>
                <c:pt idx="53">
                  <c:v>71</c:v>
                </c:pt>
                <c:pt idx="54">
                  <c:v>72</c:v>
                </c:pt>
                <c:pt idx="55">
                  <c:v>73</c:v>
                </c:pt>
                <c:pt idx="56">
                  <c:v>74</c:v>
                </c:pt>
                <c:pt idx="57">
                  <c:v>75</c:v>
                </c:pt>
                <c:pt idx="58">
                  <c:v>76</c:v>
                </c:pt>
                <c:pt idx="59">
                  <c:v>77</c:v>
                </c:pt>
                <c:pt idx="60">
                  <c:v>78</c:v>
                </c:pt>
                <c:pt idx="61">
                  <c:v>79</c:v>
                </c:pt>
                <c:pt idx="62">
                  <c:v>80</c:v>
                </c:pt>
                <c:pt idx="63">
                  <c:v>81</c:v>
                </c:pt>
                <c:pt idx="64">
                  <c:v>82</c:v>
                </c:pt>
                <c:pt idx="65">
                  <c:v>83</c:v>
                </c:pt>
                <c:pt idx="66">
                  <c:v>84</c:v>
                </c:pt>
                <c:pt idx="67">
                  <c:v>85</c:v>
                </c:pt>
                <c:pt idx="68">
                  <c:v>86</c:v>
                </c:pt>
                <c:pt idx="69">
                  <c:v>87</c:v>
                </c:pt>
                <c:pt idx="70">
                  <c:v>88</c:v>
                </c:pt>
                <c:pt idx="71">
                  <c:v>89</c:v>
                </c:pt>
              </c:numCache>
            </c:numRef>
          </c:cat>
          <c:val>
            <c:numRef>
              <c:f>Sheet1!$C$2:$C$73</c:f>
              <c:numCache>
                <c:formatCode>General</c:formatCode>
                <c:ptCount val="72"/>
                <c:pt idx="0">
                  <c:v>13</c:v>
                </c:pt>
                <c:pt idx="1">
                  <c:v>10</c:v>
                </c:pt>
                <c:pt idx="2">
                  <c:v>16</c:v>
                </c:pt>
                <c:pt idx="3">
                  <c:v>10</c:v>
                </c:pt>
                <c:pt idx="4">
                  <c:v>9</c:v>
                </c:pt>
                <c:pt idx="5">
                  <c:v>10</c:v>
                </c:pt>
                <c:pt idx="6">
                  <c:v>10</c:v>
                </c:pt>
                <c:pt idx="7">
                  <c:v>11</c:v>
                </c:pt>
                <c:pt idx="8">
                  <c:v>9</c:v>
                </c:pt>
                <c:pt idx="9">
                  <c:v>13</c:v>
                </c:pt>
                <c:pt idx="10">
                  <c:v>8</c:v>
                </c:pt>
                <c:pt idx="11">
                  <c:v>12</c:v>
                </c:pt>
                <c:pt idx="12">
                  <c:v>14</c:v>
                </c:pt>
                <c:pt idx="13">
                  <c:v>15</c:v>
                </c:pt>
                <c:pt idx="14">
                  <c:v>10</c:v>
                </c:pt>
                <c:pt idx="15">
                  <c:v>9</c:v>
                </c:pt>
                <c:pt idx="16">
                  <c:v>17</c:v>
                </c:pt>
                <c:pt idx="17">
                  <c:v>8</c:v>
                </c:pt>
                <c:pt idx="18">
                  <c:v>12</c:v>
                </c:pt>
                <c:pt idx="19">
                  <c:v>13</c:v>
                </c:pt>
                <c:pt idx="20">
                  <c:v>11</c:v>
                </c:pt>
                <c:pt idx="21">
                  <c:v>9</c:v>
                </c:pt>
                <c:pt idx="22">
                  <c:v>14</c:v>
                </c:pt>
                <c:pt idx="23">
                  <c:v>12</c:v>
                </c:pt>
                <c:pt idx="24">
                  <c:v>9</c:v>
                </c:pt>
                <c:pt idx="25">
                  <c:v>13</c:v>
                </c:pt>
                <c:pt idx="26">
                  <c:v>14</c:v>
                </c:pt>
                <c:pt idx="27">
                  <c:v>8</c:v>
                </c:pt>
                <c:pt idx="28">
                  <c:v>9</c:v>
                </c:pt>
                <c:pt idx="29">
                  <c:v>13</c:v>
                </c:pt>
                <c:pt idx="30">
                  <c:v>9</c:v>
                </c:pt>
                <c:pt idx="31">
                  <c:v>13</c:v>
                </c:pt>
                <c:pt idx="32">
                  <c:v>21</c:v>
                </c:pt>
                <c:pt idx="33">
                  <c:v>8</c:v>
                </c:pt>
                <c:pt idx="34">
                  <c:v>9</c:v>
                </c:pt>
                <c:pt idx="35">
                  <c:v>20</c:v>
                </c:pt>
                <c:pt idx="36">
                  <c:v>13</c:v>
                </c:pt>
                <c:pt idx="37">
                  <c:v>12</c:v>
                </c:pt>
                <c:pt idx="38">
                  <c:v>14</c:v>
                </c:pt>
                <c:pt idx="39">
                  <c:v>9</c:v>
                </c:pt>
                <c:pt idx="40">
                  <c:v>8</c:v>
                </c:pt>
                <c:pt idx="41">
                  <c:v>16</c:v>
                </c:pt>
                <c:pt idx="42">
                  <c:v>10</c:v>
                </c:pt>
                <c:pt idx="43">
                  <c:v>16</c:v>
                </c:pt>
                <c:pt idx="44">
                  <c:v>7</c:v>
                </c:pt>
                <c:pt idx="45">
                  <c:v>8</c:v>
                </c:pt>
                <c:pt idx="46">
                  <c:v>17</c:v>
                </c:pt>
                <c:pt idx="47">
                  <c:v>7</c:v>
                </c:pt>
                <c:pt idx="48">
                  <c:v>14</c:v>
                </c:pt>
                <c:pt idx="49">
                  <c:v>11</c:v>
                </c:pt>
                <c:pt idx="50">
                  <c:v>7</c:v>
                </c:pt>
                <c:pt idx="51">
                  <c:v>14</c:v>
                </c:pt>
                <c:pt idx="52">
                  <c:v>12</c:v>
                </c:pt>
                <c:pt idx="53">
                  <c:v>15</c:v>
                </c:pt>
                <c:pt idx="54">
                  <c:v>12</c:v>
                </c:pt>
                <c:pt idx="55">
                  <c:v>9</c:v>
                </c:pt>
                <c:pt idx="56">
                  <c:v>13</c:v>
                </c:pt>
                <c:pt idx="57">
                  <c:v>18</c:v>
                </c:pt>
                <c:pt idx="58">
                  <c:v>14</c:v>
                </c:pt>
                <c:pt idx="59">
                  <c:v>15</c:v>
                </c:pt>
                <c:pt idx="60">
                  <c:v>18</c:v>
                </c:pt>
                <c:pt idx="61">
                  <c:v>18</c:v>
                </c:pt>
                <c:pt idx="62">
                  <c:v>12</c:v>
                </c:pt>
                <c:pt idx="63">
                  <c:v>8</c:v>
                </c:pt>
                <c:pt idx="64">
                  <c:v>10</c:v>
                </c:pt>
                <c:pt idx="65">
                  <c:v>16</c:v>
                </c:pt>
                <c:pt idx="66">
                  <c:v>14</c:v>
                </c:pt>
                <c:pt idx="67">
                  <c:v>13</c:v>
                </c:pt>
                <c:pt idx="68">
                  <c:v>10</c:v>
                </c:pt>
                <c:pt idx="69">
                  <c:v>13</c:v>
                </c:pt>
                <c:pt idx="70">
                  <c:v>9</c:v>
                </c:pt>
                <c:pt idx="71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63-4AFC-BACE-B5B50D4586E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READMISSION_RATE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Sheet1!$A$2:$A$73</c:f>
              <c:numCache>
                <c:formatCode>General</c:formatCode>
                <c:ptCount val="72"/>
                <c:pt idx="0">
                  <c:v>18</c:v>
                </c:pt>
                <c:pt idx="1">
                  <c:v>19</c:v>
                </c:pt>
                <c:pt idx="2">
                  <c:v>20</c:v>
                </c:pt>
                <c:pt idx="3">
                  <c:v>21</c:v>
                </c:pt>
                <c:pt idx="4">
                  <c:v>22</c:v>
                </c:pt>
                <c:pt idx="5">
                  <c:v>23</c:v>
                </c:pt>
                <c:pt idx="6">
                  <c:v>24</c:v>
                </c:pt>
                <c:pt idx="7">
                  <c:v>25</c:v>
                </c:pt>
                <c:pt idx="8">
                  <c:v>26</c:v>
                </c:pt>
                <c:pt idx="9">
                  <c:v>27</c:v>
                </c:pt>
                <c:pt idx="10">
                  <c:v>28</c:v>
                </c:pt>
                <c:pt idx="11">
                  <c:v>29</c:v>
                </c:pt>
                <c:pt idx="12">
                  <c:v>30</c:v>
                </c:pt>
                <c:pt idx="13">
                  <c:v>31</c:v>
                </c:pt>
                <c:pt idx="14">
                  <c:v>32</c:v>
                </c:pt>
                <c:pt idx="15">
                  <c:v>33</c:v>
                </c:pt>
                <c:pt idx="16">
                  <c:v>34</c:v>
                </c:pt>
                <c:pt idx="17">
                  <c:v>35</c:v>
                </c:pt>
                <c:pt idx="18">
                  <c:v>36</c:v>
                </c:pt>
                <c:pt idx="19">
                  <c:v>37</c:v>
                </c:pt>
                <c:pt idx="20">
                  <c:v>38</c:v>
                </c:pt>
                <c:pt idx="21">
                  <c:v>39</c:v>
                </c:pt>
                <c:pt idx="22">
                  <c:v>40</c:v>
                </c:pt>
                <c:pt idx="23">
                  <c:v>41</c:v>
                </c:pt>
                <c:pt idx="24">
                  <c:v>42</c:v>
                </c:pt>
                <c:pt idx="25">
                  <c:v>43</c:v>
                </c:pt>
                <c:pt idx="26">
                  <c:v>44</c:v>
                </c:pt>
                <c:pt idx="27">
                  <c:v>45</c:v>
                </c:pt>
                <c:pt idx="28">
                  <c:v>46</c:v>
                </c:pt>
                <c:pt idx="29">
                  <c:v>47</c:v>
                </c:pt>
                <c:pt idx="30">
                  <c:v>48</c:v>
                </c:pt>
                <c:pt idx="31">
                  <c:v>49</c:v>
                </c:pt>
                <c:pt idx="32">
                  <c:v>50</c:v>
                </c:pt>
                <c:pt idx="33">
                  <c:v>51</c:v>
                </c:pt>
                <c:pt idx="34">
                  <c:v>52</c:v>
                </c:pt>
                <c:pt idx="35">
                  <c:v>53</c:v>
                </c:pt>
                <c:pt idx="36">
                  <c:v>54</c:v>
                </c:pt>
                <c:pt idx="37">
                  <c:v>55</c:v>
                </c:pt>
                <c:pt idx="38">
                  <c:v>56</c:v>
                </c:pt>
                <c:pt idx="39">
                  <c:v>57</c:v>
                </c:pt>
                <c:pt idx="40">
                  <c:v>58</c:v>
                </c:pt>
                <c:pt idx="41">
                  <c:v>59</c:v>
                </c:pt>
                <c:pt idx="42">
                  <c:v>60</c:v>
                </c:pt>
                <c:pt idx="43">
                  <c:v>61</c:v>
                </c:pt>
                <c:pt idx="44">
                  <c:v>62</c:v>
                </c:pt>
                <c:pt idx="45">
                  <c:v>63</c:v>
                </c:pt>
                <c:pt idx="46">
                  <c:v>64</c:v>
                </c:pt>
                <c:pt idx="47">
                  <c:v>65</c:v>
                </c:pt>
                <c:pt idx="48">
                  <c:v>66</c:v>
                </c:pt>
                <c:pt idx="49">
                  <c:v>67</c:v>
                </c:pt>
                <c:pt idx="50">
                  <c:v>68</c:v>
                </c:pt>
                <c:pt idx="51">
                  <c:v>69</c:v>
                </c:pt>
                <c:pt idx="52">
                  <c:v>70</c:v>
                </c:pt>
                <c:pt idx="53">
                  <c:v>71</c:v>
                </c:pt>
                <c:pt idx="54">
                  <c:v>72</c:v>
                </c:pt>
                <c:pt idx="55">
                  <c:v>73</c:v>
                </c:pt>
                <c:pt idx="56">
                  <c:v>74</c:v>
                </c:pt>
                <c:pt idx="57">
                  <c:v>75</c:v>
                </c:pt>
                <c:pt idx="58">
                  <c:v>76</c:v>
                </c:pt>
                <c:pt idx="59">
                  <c:v>77</c:v>
                </c:pt>
                <c:pt idx="60">
                  <c:v>78</c:v>
                </c:pt>
                <c:pt idx="61">
                  <c:v>79</c:v>
                </c:pt>
                <c:pt idx="62">
                  <c:v>80</c:v>
                </c:pt>
                <c:pt idx="63">
                  <c:v>81</c:v>
                </c:pt>
                <c:pt idx="64">
                  <c:v>82</c:v>
                </c:pt>
                <c:pt idx="65">
                  <c:v>83</c:v>
                </c:pt>
                <c:pt idx="66">
                  <c:v>84</c:v>
                </c:pt>
                <c:pt idx="67">
                  <c:v>85</c:v>
                </c:pt>
                <c:pt idx="68">
                  <c:v>86</c:v>
                </c:pt>
                <c:pt idx="69">
                  <c:v>87</c:v>
                </c:pt>
                <c:pt idx="70">
                  <c:v>88</c:v>
                </c:pt>
                <c:pt idx="71">
                  <c:v>89</c:v>
                </c:pt>
              </c:numCache>
            </c:numRef>
          </c:cat>
          <c:val>
            <c:numRef>
              <c:f>Sheet1!$D$2:$D$73</c:f>
              <c:numCache>
                <c:formatCode>General</c:formatCode>
                <c:ptCount val="72"/>
                <c:pt idx="0">
                  <c:v>25.49</c:v>
                </c:pt>
                <c:pt idx="1">
                  <c:v>23.26</c:v>
                </c:pt>
                <c:pt idx="2">
                  <c:v>36.36</c:v>
                </c:pt>
                <c:pt idx="3">
                  <c:v>23.81</c:v>
                </c:pt>
                <c:pt idx="4">
                  <c:v>26.47</c:v>
                </c:pt>
                <c:pt idx="5">
                  <c:v>27.78</c:v>
                </c:pt>
                <c:pt idx="6">
                  <c:v>34.479999999999997</c:v>
                </c:pt>
                <c:pt idx="7">
                  <c:v>26.19</c:v>
                </c:pt>
                <c:pt idx="8">
                  <c:v>20</c:v>
                </c:pt>
                <c:pt idx="9">
                  <c:v>27.66</c:v>
                </c:pt>
                <c:pt idx="10">
                  <c:v>22.22</c:v>
                </c:pt>
                <c:pt idx="11">
                  <c:v>27.27</c:v>
                </c:pt>
                <c:pt idx="12">
                  <c:v>31.82</c:v>
                </c:pt>
                <c:pt idx="13">
                  <c:v>35.71</c:v>
                </c:pt>
                <c:pt idx="14">
                  <c:v>21.74</c:v>
                </c:pt>
                <c:pt idx="15">
                  <c:v>20.45</c:v>
                </c:pt>
                <c:pt idx="16">
                  <c:v>32.69</c:v>
                </c:pt>
                <c:pt idx="17">
                  <c:v>22.22</c:v>
                </c:pt>
                <c:pt idx="18">
                  <c:v>23.53</c:v>
                </c:pt>
                <c:pt idx="19">
                  <c:v>35.14</c:v>
                </c:pt>
                <c:pt idx="20">
                  <c:v>26.83</c:v>
                </c:pt>
                <c:pt idx="21">
                  <c:v>25</c:v>
                </c:pt>
                <c:pt idx="22">
                  <c:v>28.57</c:v>
                </c:pt>
                <c:pt idx="23">
                  <c:v>24.49</c:v>
                </c:pt>
                <c:pt idx="24">
                  <c:v>21.43</c:v>
                </c:pt>
                <c:pt idx="25">
                  <c:v>30.95</c:v>
                </c:pt>
                <c:pt idx="26">
                  <c:v>37.840000000000003</c:v>
                </c:pt>
                <c:pt idx="27">
                  <c:v>20.51</c:v>
                </c:pt>
                <c:pt idx="28">
                  <c:v>23.68</c:v>
                </c:pt>
                <c:pt idx="29">
                  <c:v>32.5</c:v>
                </c:pt>
                <c:pt idx="30">
                  <c:v>21.43</c:v>
                </c:pt>
                <c:pt idx="31">
                  <c:v>31.71</c:v>
                </c:pt>
                <c:pt idx="32">
                  <c:v>30.43</c:v>
                </c:pt>
                <c:pt idx="33">
                  <c:v>25</c:v>
                </c:pt>
                <c:pt idx="34">
                  <c:v>25</c:v>
                </c:pt>
                <c:pt idx="35">
                  <c:v>44.44</c:v>
                </c:pt>
                <c:pt idx="36">
                  <c:v>30.23</c:v>
                </c:pt>
                <c:pt idx="37">
                  <c:v>27.27</c:v>
                </c:pt>
                <c:pt idx="38">
                  <c:v>32.56</c:v>
                </c:pt>
                <c:pt idx="39">
                  <c:v>28.13</c:v>
                </c:pt>
                <c:pt idx="40">
                  <c:v>25.81</c:v>
                </c:pt>
                <c:pt idx="41">
                  <c:v>43.24</c:v>
                </c:pt>
                <c:pt idx="42">
                  <c:v>23.81</c:v>
                </c:pt>
                <c:pt idx="43">
                  <c:v>42.11</c:v>
                </c:pt>
                <c:pt idx="44">
                  <c:v>26.92</c:v>
                </c:pt>
                <c:pt idx="45">
                  <c:v>22.22</c:v>
                </c:pt>
                <c:pt idx="46">
                  <c:v>34.69</c:v>
                </c:pt>
                <c:pt idx="47">
                  <c:v>17.07</c:v>
                </c:pt>
                <c:pt idx="48">
                  <c:v>34.15</c:v>
                </c:pt>
                <c:pt idx="49">
                  <c:v>26.83</c:v>
                </c:pt>
                <c:pt idx="50">
                  <c:v>16.670000000000002</c:v>
                </c:pt>
                <c:pt idx="51">
                  <c:v>34.15</c:v>
                </c:pt>
                <c:pt idx="52">
                  <c:v>31.58</c:v>
                </c:pt>
                <c:pt idx="53">
                  <c:v>31.91</c:v>
                </c:pt>
                <c:pt idx="54">
                  <c:v>32.43</c:v>
                </c:pt>
                <c:pt idx="55">
                  <c:v>21.95</c:v>
                </c:pt>
                <c:pt idx="56">
                  <c:v>30.95</c:v>
                </c:pt>
                <c:pt idx="57">
                  <c:v>38.299999999999997</c:v>
                </c:pt>
                <c:pt idx="58">
                  <c:v>34.15</c:v>
                </c:pt>
                <c:pt idx="59">
                  <c:v>32.61</c:v>
                </c:pt>
                <c:pt idx="60">
                  <c:v>36.729999999999997</c:v>
                </c:pt>
                <c:pt idx="61">
                  <c:v>35.29</c:v>
                </c:pt>
                <c:pt idx="62">
                  <c:v>29.27</c:v>
                </c:pt>
                <c:pt idx="63">
                  <c:v>20.51</c:v>
                </c:pt>
                <c:pt idx="64">
                  <c:v>23.26</c:v>
                </c:pt>
                <c:pt idx="65">
                  <c:v>39.020000000000003</c:v>
                </c:pt>
                <c:pt idx="66">
                  <c:v>37.840000000000003</c:v>
                </c:pt>
                <c:pt idx="67">
                  <c:v>34.21</c:v>
                </c:pt>
                <c:pt idx="68">
                  <c:v>22.73</c:v>
                </c:pt>
                <c:pt idx="69">
                  <c:v>29.55</c:v>
                </c:pt>
                <c:pt idx="70">
                  <c:v>22.5</c:v>
                </c:pt>
                <c:pt idx="71">
                  <c:v>29.55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63-4AFC-BACE-B5B50D4586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1881751968"/>
        <c:axId val="1881735648"/>
      </c:barChart>
      <c:catAx>
        <c:axId val="1881751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1735648"/>
        <c:crosses val="autoZero"/>
        <c:auto val="1"/>
        <c:lblAlgn val="ctr"/>
        <c:lblOffset val="100"/>
        <c:noMultiLvlLbl val="0"/>
      </c:catAx>
      <c:valAx>
        <c:axId val="18817356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1751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TOTAL_PATIENTS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1445</c:v>
                </c:pt>
                <c:pt idx="1">
                  <c:v>1555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1F-4F00-A123-639DEB7981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READMISSIONS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407</c:v>
                </c:pt>
                <c:pt idx="1">
                  <c:v>459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11F-4F00-A123-639DEB79817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READMISSION_RATE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28.17</c:v>
                </c:pt>
                <c:pt idx="1">
                  <c:v>29.52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11F-4F00-A123-639DEB7981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dirty="0"/>
              <a:t>Admission</a:t>
            </a:r>
            <a:r>
              <a:rPr lang="en-ZA" baseline="0" dirty="0"/>
              <a:t> Type vs Readmission</a:t>
            </a:r>
            <a:endParaRPr lang="en-ZA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TOTAL_PATIENTS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Elective</c:v>
                </c:pt>
                <c:pt idx="1">
                  <c:v>Emergency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1563</c:v>
                </c:pt>
                <c:pt idx="1">
                  <c:v>1437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7D-4063-8449-ED0AB289AA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READMISSIONS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Elective</c:v>
                </c:pt>
                <c:pt idx="1">
                  <c:v>Emergency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459</c:v>
                </c:pt>
                <c:pt idx="1">
                  <c:v>407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97D-4063-8449-ED0AB289AA2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READMISSION_RATE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Elective</c:v>
                </c:pt>
                <c:pt idx="1">
                  <c:v>Emergency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29.37</c:v>
                </c:pt>
                <c:pt idx="1">
                  <c:v>28.32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97D-4063-8449-ED0AB289AA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20817696"/>
        <c:axId val="1220834496"/>
      </c:barChart>
      <c:catAx>
        <c:axId val="1220817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0834496"/>
        <c:crosses val="autoZero"/>
        <c:auto val="1"/>
        <c:lblAlgn val="ctr"/>
        <c:lblOffset val="100"/>
        <c:noMultiLvlLbl val="0"/>
      </c:catAx>
      <c:valAx>
        <c:axId val="1220834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0817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dirty="0"/>
              <a:t>Days of readmission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TOTAL_PATIENTS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0-2 days</c:v>
                </c:pt>
                <c:pt idx="1">
                  <c:v>11+ days</c:v>
                </c:pt>
                <c:pt idx="2">
                  <c:v>3-5 days</c:v>
                </c:pt>
                <c:pt idx="3">
                  <c:v>6-10 days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198</c:v>
                </c:pt>
                <c:pt idx="1">
                  <c:v>1998</c:v>
                </c:pt>
                <c:pt idx="2">
                  <c:v>288</c:v>
                </c:pt>
                <c:pt idx="3">
                  <c:v>516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E3-499B-BE0D-2E915E6FFE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READMISSIONS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0-2 days</c:v>
                </c:pt>
                <c:pt idx="1">
                  <c:v>11+ days</c:v>
                </c:pt>
                <c:pt idx="2">
                  <c:v>3-5 days</c:v>
                </c:pt>
                <c:pt idx="3">
                  <c:v>6-10 days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46</c:v>
                </c:pt>
                <c:pt idx="1">
                  <c:v>582</c:v>
                </c:pt>
                <c:pt idx="2">
                  <c:v>79</c:v>
                </c:pt>
                <c:pt idx="3">
                  <c:v>159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E3-499B-BE0D-2E915E6FFE0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READMISSION_RATE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0-2 days</c:v>
                </c:pt>
                <c:pt idx="1">
                  <c:v>11+ days</c:v>
                </c:pt>
                <c:pt idx="2">
                  <c:v>3-5 days</c:v>
                </c:pt>
                <c:pt idx="3">
                  <c:v>6-10 days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23.23</c:v>
                </c:pt>
                <c:pt idx="1">
                  <c:v>29.13</c:v>
                </c:pt>
                <c:pt idx="2">
                  <c:v>27.43</c:v>
                </c:pt>
                <c:pt idx="3">
                  <c:v>30.81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DE3-499B-BE0D-2E915E6FFE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81740928"/>
        <c:axId val="1881739008"/>
      </c:barChart>
      <c:catAx>
        <c:axId val="1881740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1739008"/>
        <c:crosses val="autoZero"/>
        <c:auto val="1"/>
        <c:lblAlgn val="ctr"/>
        <c:lblOffset val="100"/>
        <c:noMultiLvlLbl val="0"/>
      </c:catAx>
      <c:valAx>
        <c:axId val="1881739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1740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catVal">
        <cx:f>Sheet1!$A$2:$A$10</cx:f>
        <cx:lvl ptCount="9" formatCode="General">
          <cx:pt idx="0">1</cx:pt>
          <cx:pt idx="1">2</cx:pt>
          <cx:pt idx="2">3</cx:pt>
          <cx:pt idx="3">4</cx:pt>
          <cx:pt idx="4">5</cx:pt>
          <cx:pt idx="5">6</cx:pt>
          <cx:pt idx="6">7</cx:pt>
          <cx:pt idx="7">8</cx:pt>
          <cx:pt idx="8">9</cx:pt>
        </cx:lvl>
      </cx:numDim>
      <cx:numDim type="val">
        <cx:f>Sheet1!$B$2:$B$10</cx:f>
        <cx:lvl ptCount="9" formatCode="General">
          <cx:pt idx="0">347</cx:pt>
          <cx:pt idx="1">327</cx:pt>
          <cx:pt idx="2">331</cx:pt>
          <cx:pt idx="3">352</cx:pt>
          <cx:pt idx="4">344</cx:pt>
          <cx:pt idx="5">310</cx:pt>
          <cx:pt idx="6">339</cx:pt>
          <cx:pt idx="7">335</cx:pt>
          <cx:pt idx="8">315</cx:pt>
        </cx:lvl>
      </cx:numDim>
    </cx:data>
    <cx:data id="1">
      <cx:numDim type="catVal">
        <cx:f>Sheet1!$A$2:$A$10</cx:f>
        <cx:lvl ptCount="9" formatCode="General">
          <cx:pt idx="0">1</cx:pt>
          <cx:pt idx="1">2</cx:pt>
          <cx:pt idx="2">3</cx:pt>
          <cx:pt idx="3">4</cx:pt>
          <cx:pt idx="4">5</cx:pt>
          <cx:pt idx="5">6</cx:pt>
          <cx:pt idx="6">7</cx:pt>
          <cx:pt idx="7">8</cx:pt>
          <cx:pt idx="8">9</cx:pt>
        </cx:lvl>
      </cx:numDim>
      <cx:numDim type="val">
        <cx:f>Sheet1!$C$2:$C$10</cx:f>
        <cx:lvl ptCount="9" formatCode="General">
          <cx:pt idx="0">107</cx:pt>
          <cx:pt idx="1">89</cx:pt>
          <cx:pt idx="2">105</cx:pt>
          <cx:pt idx="3">93</cx:pt>
          <cx:pt idx="4">86</cx:pt>
          <cx:pt idx="5">92</cx:pt>
          <cx:pt idx="6">85</cx:pt>
          <cx:pt idx="7">106</cx:pt>
          <cx:pt idx="8">103</cx:pt>
        </cx:lvl>
      </cx:numDim>
    </cx:data>
    <cx:data id="2">
      <cx:numDim type="catVal">
        <cx:f>Sheet1!$A$2:$A$10</cx:f>
        <cx:lvl ptCount="9" formatCode="General">
          <cx:pt idx="0">1</cx:pt>
          <cx:pt idx="1">2</cx:pt>
          <cx:pt idx="2">3</cx:pt>
          <cx:pt idx="3">4</cx:pt>
          <cx:pt idx="4">5</cx:pt>
          <cx:pt idx="5">6</cx:pt>
          <cx:pt idx="6">7</cx:pt>
          <cx:pt idx="7">8</cx:pt>
          <cx:pt idx="8">9</cx:pt>
        </cx:lvl>
      </cx:numDim>
      <cx:numDim type="val">
        <cx:f>Sheet1!$D$2:$D$10</cx:f>
        <cx:lvl ptCount="9" formatCode="General">
          <cx:pt idx="0">30.84</cx:pt>
          <cx:pt idx="1">27.219999999999999</cx:pt>
          <cx:pt idx="2">31.719999999999999</cx:pt>
          <cx:pt idx="3">26.420000000000002</cx:pt>
          <cx:pt idx="4">25</cx:pt>
          <cx:pt idx="5">29.68</cx:pt>
          <cx:pt idx="6">25.07</cx:pt>
          <cx:pt idx="7">31.640000000000001</cx:pt>
          <cx:pt idx="8">32.700000000000003</cx:pt>
        </cx:lvl>
      </cx:numDim>
    </cx:data>
  </cx:chartData>
  <cx:chart>
    <cx:title pos="t" align="ctr" overlay="0">
      <cx:tx>
        <cx:rich>
          <a:bodyPr rot="0" spcFirstLastPara="1" vertOverflow="ellipsis" vert="horz" wrap="square" lIns="38100" tIns="19050" rIns="38100" bIns="19050" anchor="ctr" anchorCtr="1" compatLnSpc="0"/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kumimoji="0" lang="en-ZA" sz="1862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</a:rPr>
              <a:t>Number of Diagnoses vs readmission</a:t>
            </a:r>
          </a:p>
        </cx:rich>
      </cx:tx>
    </cx:title>
    <cx:plotArea>
      <cx:plotAreaRegion>
        <cx:series layoutId="waterfall" uniqueId="{7DFB58D5-2F04-438B-9579-9D28445E4004}" formatIdx="0">
          <cx:tx>
            <cx:txData>
              <cx:f>Sheet1!$B$1</cx:f>
              <cx:v>TOTAL_PATIENTS</cx:v>
            </cx:txData>
          </cx:tx>
          <cx:dataLabels>
            <cx:visibility seriesName="0" categoryName="0" value="1"/>
          </cx:dataLabels>
          <cx:dataId val="0"/>
          <cx:layoutPr>
            <cx:subtotals/>
          </cx:layoutPr>
        </cx:series>
        <cx:series layoutId="waterfall" hidden="1" uniqueId="{CB68A1CE-7945-460B-9D8F-83BAC45DF9C7}" formatIdx="1">
          <cx:tx>
            <cx:txData>
              <cx:f>Sheet1!$C$1</cx:f>
              <cx:v>READMISSIONS</cx:v>
            </cx:txData>
          </cx:tx>
          <cx:dataLabels>
            <cx:visibility seriesName="0" categoryName="0" value="1"/>
          </cx:dataLabels>
          <cx:dataId val="1"/>
          <cx:layoutPr>
            <cx:subtotals/>
          </cx:layoutPr>
        </cx:series>
        <cx:series layoutId="waterfall" hidden="1" uniqueId="{E8789E70-513F-4467-8E30-6927DEE8EAD4}" formatIdx="2">
          <cx:tx>
            <cx:txData>
              <cx:f>Sheet1!$D$1</cx:f>
              <cx:v>READMISSION_RATE</cx:v>
            </cx:txData>
          </cx:tx>
          <cx:dataLabels>
            <cx:visibility seriesName="0" categoryName="0" value="1"/>
          </cx:dataLabels>
          <cx:dataId val="2"/>
          <cx:layoutPr>
            <cx:subtotals/>
          </cx:layoutPr>
        </cx:series>
      </cx:plotAreaRegion>
      <cx:axis id="0">
        <cx:catScaling gapWidth="2.19000006"/>
        <cx:tickLabels/>
      </cx:axis>
      <cx:axis id="1">
        <cx:valScaling/>
        <cx:majorGridlines/>
        <cx:tickLabels/>
      </cx:axis>
    </cx:plotArea>
    <cx:legend pos="t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BB294-ADF7-091D-EA20-C3632D88FC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4AB64E-FCEF-231E-0781-B109F7072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A4418-473E-8027-42B7-B2B816261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62C95-A6F2-422E-A9EE-4AF516EAF59E}" type="datetimeFigureOut">
              <a:rPr lang="en-ZA" smtClean="0"/>
              <a:t>2025/11/23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4F7F5-5DC6-7750-D087-19B967627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B5758-8627-93CB-77A2-0FC3DF45A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4E3C1-F3C0-4E66-8058-2AAABA6FDF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45960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66786-6D3D-D59B-D8DA-225987EE5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ECA80-8B08-8816-D9B7-8799ADD06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46F9F-44AC-C5DB-C41F-C6871779E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62C95-A6F2-422E-A9EE-4AF516EAF59E}" type="datetimeFigureOut">
              <a:rPr lang="en-ZA" smtClean="0"/>
              <a:t>2025/11/23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E36B7-9AE7-8CC7-B6D9-9B5E5FAA4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BE9E1-D523-876B-A6D0-23480226A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4E3C1-F3C0-4E66-8058-2AAABA6FDF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78807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1B3D3-9C87-619C-2CF6-013DA843A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39540-5076-0AF2-4942-5FD301D26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99432-8B60-9CE5-A946-98C31989B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62C95-A6F2-422E-A9EE-4AF516EAF59E}" type="datetimeFigureOut">
              <a:rPr lang="en-ZA" smtClean="0"/>
              <a:t>2025/11/23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B45A8-71FA-13F8-42F0-BF1D680C5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7AD3E-F256-60E4-0856-748971DAF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4E3C1-F3C0-4E66-8058-2AAABA6FDF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97343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5B0A7-3A97-54F4-434F-9BAA8BD42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A6C8A-CF38-4959-A088-258A452A9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FCC8E1-52AB-96B0-068A-7B18BF65B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61B711-DB27-C1B4-6605-54B6CDB44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62C95-A6F2-422E-A9EE-4AF516EAF59E}" type="datetimeFigureOut">
              <a:rPr lang="en-ZA" smtClean="0"/>
              <a:t>2025/11/23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709D6-32D1-40EF-9A95-46C252046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9748D-2F6A-7FB5-EA79-1408FFB5A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4E3C1-F3C0-4E66-8058-2AAABA6FDF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83894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9A204-0684-75AF-62F0-218723677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25102-7CFD-B8C5-4E09-ADC14711A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258688-035E-97AE-B3B1-6736A1C18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3480CB-18EA-DA20-06E5-8CBA012E5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6C899-32E7-82D4-5E6C-9AB391CCB1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5B575A-D58B-29D8-3494-CCD32ACBD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62C95-A6F2-422E-A9EE-4AF516EAF59E}" type="datetimeFigureOut">
              <a:rPr lang="en-ZA" smtClean="0"/>
              <a:t>2025/11/23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BA9E14-CFDC-5FD0-F0A6-984EDAA94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D6A381-1B61-B076-450C-4D088DFBD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4E3C1-F3C0-4E66-8058-2AAABA6FDF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73090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175BB-A5BB-FD24-04DD-7396BC769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0E551D-A983-6FFA-AD03-0B8900599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62C95-A6F2-422E-A9EE-4AF516EAF59E}" type="datetimeFigureOut">
              <a:rPr lang="en-ZA" smtClean="0"/>
              <a:t>2025/11/23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EA52E7-0ACB-E60C-6346-725AB858E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DD270-B92B-CB2F-D65D-C1ED1088A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4E3C1-F3C0-4E66-8058-2AAABA6FDF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47322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8A5BA6-3EE4-EC16-7562-14B26CE78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62C95-A6F2-422E-A9EE-4AF516EAF59E}" type="datetimeFigureOut">
              <a:rPr lang="en-ZA" smtClean="0"/>
              <a:t>2025/11/23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68CDBD-5EC1-D12E-F03A-E6CDD5C6C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EEB32-1C18-3A60-5139-ED293E798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4E3C1-F3C0-4E66-8058-2AAABA6FDF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35060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5C20A-713A-F977-E485-D7C1B5218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54D82-3A30-A06D-CB09-3619FAC35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C00E6F-A737-3B59-BB35-9172E7C12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50A5C-D676-2EF3-5164-D637D3827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62C95-A6F2-422E-A9EE-4AF516EAF59E}" type="datetimeFigureOut">
              <a:rPr lang="en-ZA" smtClean="0"/>
              <a:t>2025/11/23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7EF21-0BDC-70F5-AD87-5CE8BFAB7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97FC4C-E2D9-7996-14F0-BA560558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4E3C1-F3C0-4E66-8058-2AAABA6FDF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76877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473AB-7100-8663-1CE7-CBB299270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0ECE39-BF08-DC9A-CE12-190CA9E80F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847A4-1A68-33CA-3D48-3CDB6B50C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1F03A-D615-3884-D254-D46579FC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62C95-A6F2-422E-A9EE-4AF516EAF59E}" type="datetimeFigureOut">
              <a:rPr lang="en-ZA" smtClean="0"/>
              <a:t>2025/11/23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4E8DC-144E-1B01-4E4B-854545C85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C9779C-1ED2-DC62-76B9-09984C8A8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4E3C1-F3C0-4E66-8058-2AAABA6FDF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81868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B3E79-46C1-D6C7-A7CF-A327487D6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D4A9B3-6661-78CB-A1B2-F6247CCBE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3A0F5-CE22-43CF-3330-328694FE5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62C95-A6F2-422E-A9EE-4AF516EAF59E}" type="datetimeFigureOut">
              <a:rPr lang="en-ZA" smtClean="0"/>
              <a:t>2025/11/23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E9D5D-A7D1-B554-DDE2-903DAAD0D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F2F3D-58D8-007C-4745-889DE09C9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4E3C1-F3C0-4E66-8058-2AAABA6FDF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81158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63D508-E6E9-8B4C-5DF4-9B90FC6A3C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C779C4-E7D1-4BB2-BCA3-70D90C4DF6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A93A2-4ABE-80B9-9683-12AC0A880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62C95-A6F2-422E-A9EE-4AF516EAF59E}" type="datetimeFigureOut">
              <a:rPr lang="en-ZA" smtClean="0"/>
              <a:t>2025/11/23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29919-1212-31DB-8B76-5CCA84DF7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51D1-7EE9-C1AB-856D-8BE2B4398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4E3C1-F3C0-4E66-8058-2AAABA6FDF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94826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55B328-E6A1-A240-5942-4C3A8E4D4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CE26C-237A-7299-FC5B-5C83F08F2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891D9-87BC-EF7B-E46F-8CDED37870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762C95-A6F2-422E-A9EE-4AF516EAF59E}" type="datetimeFigureOut">
              <a:rPr lang="en-ZA" smtClean="0"/>
              <a:t>2025/11/23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E9E7F-92D1-A763-4B6A-CA1FCDE3B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4A8E9-E238-9054-0714-2C8F84CA4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84E3C1-F3C0-4E66-8058-2AAABA6FDFC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58209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57A73-1F9C-BF33-C258-7A4585616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Age vs Readmission and Rate</a:t>
            </a:r>
            <a:br>
              <a:rPr lang="en-ZA" dirty="0"/>
            </a:br>
            <a:endParaRPr lang="en-ZA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CD87E8F-CEEE-0A38-4123-5CC50F7E7A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66902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74959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57A73-1F9C-BF33-C258-7A4585616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Total Patients by Gender </a:t>
            </a:r>
            <a:br>
              <a:rPr lang="en-ZA" dirty="0"/>
            </a:br>
            <a:endParaRPr lang="en-ZA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45B647F-A904-1F0F-8B8A-3D71345167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366465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79294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57A73-1F9C-BF33-C258-7A458561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b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</a:rPr>
            </a:br>
            <a: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</a:rPr>
              <a:t>Number of Diagnoses vs readmission</a:t>
            </a:r>
            <a:b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</a:rPr>
            </a:br>
            <a:br>
              <a:rPr lang="en-ZA" dirty="0"/>
            </a:br>
            <a:endParaRPr lang="en-ZA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6FADB72C-089A-4DC0-1379-69A9ACBA82A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24974583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7" name="Content Placeholder 6">
                <a:extLst>
                  <a:ext uri="{FF2B5EF4-FFF2-40B4-BE49-F238E27FC236}">
                    <a16:creationId xmlns:a16="http://schemas.microsoft.com/office/drawing/2014/main" id="{6FADB72C-089A-4DC0-1379-69A9ACBA82A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9171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57A73-1F9C-BF33-C258-7A458561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1391"/>
          </a:xfrm>
        </p:spPr>
        <p:txBody>
          <a:bodyPr>
            <a:normAutofit fontScale="90000"/>
          </a:bodyPr>
          <a:lstStyle/>
          <a:p>
            <a:pPr algn="ctr"/>
            <a:b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</a:rPr>
            </a:br>
            <a:b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</a:rPr>
            </a:br>
            <a:r>
              <a:rPr lang="en-ZA" dirty="0"/>
              <a:t>Admission</a:t>
            </a:r>
            <a:r>
              <a:rPr lang="en-ZA" baseline="0" dirty="0"/>
              <a:t> Type vs Readmission</a:t>
            </a:r>
            <a:br>
              <a:rPr lang="en-ZA" dirty="0"/>
            </a:br>
            <a:b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</a:rPr>
            </a:br>
            <a:br>
              <a:rPr lang="en-ZA" dirty="0"/>
            </a:br>
            <a:endParaRPr lang="en-ZA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2D9A289-7672-0BA4-44BA-26F69EE766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870245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75990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57A73-1F9C-BF33-C258-7A458561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1391"/>
          </a:xfrm>
        </p:spPr>
        <p:txBody>
          <a:bodyPr>
            <a:normAutofit fontScale="90000"/>
          </a:bodyPr>
          <a:lstStyle/>
          <a:p>
            <a:pPr algn="ctr"/>
            <a:b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</a:rPr>
            </a:br>
            <a:b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</a:rPr>
            </a:br>
            <a:b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</a:rPr>
            </a:br>
            <a:b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</a:rPr>
            </a:br>
            <a:r>
              <a:rPr lang="en-ZA" dirty="0"/>
              <a:t>Days of readmission </a:t>
            </a:r>
            <a:br>
              <a:rPr lang="en-ZA" dirty="0"/>
            </a:br>
            <a:br>
              <a:rPr lang="en-ZA" dirty="0"/>
            </a:br>
            <a:b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ptos" panose="02110004020202020204"/>
              </a:rPr>
            </a:br>
            <a:br>
              <a:rPr lang="en-ZA" dirty="0"/>
            </a:br>
            <a:endParaRPr lang="en-ZA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3EC326B-3089-372D-BE64-1FC011E418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033930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5968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59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Age vs Readmission and Rate </vt:lpstr>
      <vt:lpstr>Total Patients by Gender  </vt:lpstr>
      <vt:lpstr> Number of Diagnoses vs readmission  </vt:lpstr>
      <vt:lpstr>  Admission Type vs Readmission   </vt:lpstr>
      <vt:lpstr>    Days of readmission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Nzama</dc:creator>
  <cp:lastModifiedBy>Andrew Nzama</cp:lastModifiedBy>
  <cp:revision>1</cp:revision>
  <dcterms:created xsi:type="dcterms:W3CDTF">2025-11-23T10:56:02Z</dcterms:created>
  <dcterms:modified xsi:type="dcterms:W3CDTF">2025-11-23T11:08:14Z</dcterms:modified>
</cp:coreProperties>
</file>